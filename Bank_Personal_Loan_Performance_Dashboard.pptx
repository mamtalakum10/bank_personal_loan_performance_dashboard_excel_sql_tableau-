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07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2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17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6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940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5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3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15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3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2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3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Bank Personal Loan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Data Analysis &amp; Visualization Project</a:t>
            </a:r>
          </a:p>
          <a:p>
            <a:endParaRPr dirty="0"/>
          </a:p>
          <a:p>
            <a:r>
              <a:rPr dirty="0"/>
              <a:t>Tools: SQL | Excel | Tableau Public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Dataset: 10,000 personal loan records (2023–2025)</a:t>
            </a:r>
          </a:p>
          <a:p>
            <a:r>
              <a:t>- Objective: Analyze approvals, defaults, and borrower demographics</a:t>
            </a:r>
          </a:p>
          <a:p>
            <a:r>
              <a:t>- Data processed using SQL for cleaning and Tableau for visualization</a:t>
            </a:r>
          </a:p>
          <a:p>
            <a:r>
              <a:t>- Key business areas: Branch, Age, Gender, Credit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Data Cleaning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null and duplicate Application_IDs</a:t>
            </a:r>
          </a:p>
          <a:p>
            <a:r>
              <a:t>- Standardized text fields (Loan_Status, Branch)</a:t>
            </a:r>
          </a:p>
          <a:p>
            <a:r>
              <a:t>- Added Approval_Flag for KPI calculations</a:t>
            </a:r>
          </a:p>
          <a:p>
            <a:r>
              <a:t>- Derived Loan_To_Income = Loan_Amount / Applicant_Income</a:t>
            </a:r>
          </a:p>
          <a:p>
            <a:r>
              <a:t>- Exported cleaned data as 'bank_loan.xlsx' for Tableau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Total Applications – 10,000</a:t>
            </a:r>
          </a:p>
          <a:p>
            <a:r>
              <a:t>2. Approval Rate – 60.29%</a:t>
            </a:r>
          </a:p>
          <a:p>
            <a:r>
              <a:t>3. Default Rate – 4.74%</a:t>
            </a:r>
          </a:p>
          <a:p>
            <a:r>
              <a:t>4. Average Loan Amount (Approved) – $531K</a:t>
            </a:r>
          </a:p>
          <a:p>
            <a:r>
              <a:t>5. Average Credit Score (Approved) – 578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Visuals in Tableau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Loan Status Distribution (Bar Chart)</a:t>
            </a:r>
          </a:p>
          <a:p>
            <a:r>
              <a:t>- Branch-wise Approval Rate (Pie Chart)</a:t>
            </a:r>
          </a:p>
          <a:p>
            <a:r>
              <a:t>- Loan Status by Gender (Bar Chart)</a:t>
            </a:r>
          </a:p>
          <a:p>
            <a:r>
              <a:t>- Quarterly Application Trends (Line Chart)</a:t>
            </a:r>
          </a:p>
          <a:p>
            <a:r>
              <a:t>- Loan Amount by Age Group (Treemap)</a:t>
            </a:r>
          </a:p>
          <a:p>
            <a:endParaRPr/>
          </a:p>
          <a:p>
            <a:r>
              <a:t>🎛️ Filters Applied: Loan Status, Branch, Gender, Quarter, Credit Score 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Approval rate of 60% indicates moderate policy</a:t>
            </a:r>
          </a:p>
          <a:p>
            <a:r>
              <a:t>- Default rate of 4.7% within acceptable limits</a:t>
            </a:r>
          </a:p>
          <a:p>
            <a:r>
              <a:t>- Age group 30–45 contributes highest loan amounts</a:t>
            </a:r>
          </a:p>
          <a:p>
            <a:r>
              <a:t>- Branches C &amp; D show superior performance (~61% approval)</a:t>
            </a:r>
          </a:p>
          <a:p>
            <a:r>
              <a:t>- Female borrowers have slightly higher average loan amounts</a:t>
            </a:r>
          </a:p>
          <a:p>
            <a:r>
              <a:t>- Consistent quarterly trends indicate stable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 performance in low-approval branches</a:t>
            </a:r>
          </a:p>
          <a:p>
            <a:r>
              <a:t>- Refine credit scoring policy for &lt;600 scores</a:t>
            </a:r>
          </a:p>
          <a:p>
            <a:r>
              <a:t>- Introduce predictive models for default forecasting</a:t>
            </a:r>
          </a:p>
          <a:p>
            <a:r>
              <a:t>- Automate Tableau dashboard refresh from SQL</a:t>
            </a:r>
          </a:p>
          <a:p>
            <a:r>
              <a:t>- Continue monitoring branch-level KPIs quarterly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</TotalTime>
  <Words>326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Parcel</vt:lpstr>
      <vt:lpstr>Bank Personal Loan Performance Dashboard</vt:lpstr>
      <vt:lpstr>Project Overview</vt:lpstr>
      <vt:lpstr>SQL Data Cleaning &amp; Modeling</vt:lpstr>
      <vt:lpstr>KPI Summary</vt:lpstr>
      <vt:lpstr>Dashboard Visuals in Tableau</vt:lpstr>
      <vt:lpstr>Key Insights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Mamta Lakum</cp:lastModifiedBy>
  <cp:revision>2</cp:revision>
  <dcterms:created xsi:type="dcterms:W3CDTF">2013-01-27T09:14:16Z</dcterms:created>
  <dcterms:modified xsi:type="dcterms:W3CDTF">2025-11-03T11:42:38Z</dcterms:modified>
  <cp:category/>
</cp:coreProperties>
</file>